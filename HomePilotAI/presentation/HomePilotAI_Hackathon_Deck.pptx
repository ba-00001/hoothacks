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pilot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846320" cy="1965960"/>
          </a:xfrm>
          <a:prstGeom prst="rect">
            <a:avLst/>
          </a:prstGeom>
          <a:solidFill>
            <a:srgbClr val="F7F2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4389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B2D"/>
                </a:solidFill>
              </a:rPr>
              <a:t>HomePilot AI</a:t>
            </a:r>
          </a:p>
          <a:p>
            <a:pPr>
              <a:defRPr sz="1600">
                <a:solidFill>
                  <a:srgbClr val="1B2B2D"/>
                </a:solidFill>
              </a:defRPr>
            </a:pPr>
            <a:r>
              <a:t>AI for Good: helping people make safer, fairer housing decisions.</a:t>
            </a:r>
          </a:p>
          <a:p>
            <a:pPr>
              <a:defRPr sz="1400">
                <a:solidFill>
                  <a:srgbClr val="12605D"/>
                </a:solidFill>
              </a:defRPr>
            </a:pPr>
            <a:r>
              <a:t>Hackathon MVP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The Problem</a:t>
            </a:r>
          </a:p>
          <a:p>
            <a:r>
              <a:rPr sz="1500">
                <a:solidFill>
                  <a:srgbClr val="5A6E70"/>
                </a:solidFill>
              </a:rPr>
              <a:t>Housing affordability is confusing, fragmented, and time-consuming.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Renters and first-time buyers often do not know what they can safely afford.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Grant and assistance programs are hard to discover and even harder to compare.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Listing platforms show inventory, but not whether a home is realistic for a specific budget and household.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That creates wasted applications, delayed decisions, and less equitable access to stable housing.</a:t>
            </a:r>
          </a:p>
        </p:txBody>
      </p:sp>
      <p:pic>
        <p:nvPicPr>
          <p:cNvPr id="4" name="Picture 3" descr="homepilo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Our Solution</a:t>
            </a:r>
          </a:p>
          <a:p>
            <a:r>
              <a:rPr sz="1500">
                <a:solidFill>
                  <a:srgbClr val="5A6E70"/>
                </a:solidFill>
              </a:rPr>
              <a:t>HomePilot AI turns financial inputs into practical housing guidance.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Users create a profile with income, employment, household size, location, credit estimate, and rent-or-buy preference.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AI agents estimate affordability, rank listings, surface grants, and score mortgage readiness.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The dashboard gives a fast answer to the question: What can I actually pursue right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3383280" cy="658368"/>
          </a:xfrm>
          <a:prstGeom prst="roundRect">
            <a:avLst/>
          </a:prstGeom>
          <a:solidFill>
            <a:srgbClr val="1260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Affordability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651760"/>
            <a:ext cx="3383280" cy="658368"/>
          </a:xfrm>
          <a:prstGeom prst="roundRect">
            <a:avLst/>
          </a:prstGeom>
          <a:solidFill>
            <a:srgbClr val="E59B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Grants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657600"/>
            <a:ext cx="3383280" cy="658368"/>
          </a:xfrm>
          <a:prstGeom prst="roundRect">
            <a:avLst/>
          </a:prstGeom>
          <a:solidFill>
            <a:srgbClr val="1260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663440"/>
            <a:ext cx="3383280" cy="658368"/>
          </a:xfrm>
          <a:prstGeom prst="roundRect">
            <a:avLst/>
          </a:prstGeom>
          <a:solidFill>
            <a:srgbClr val="E59B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Mortgage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Why This Is AI for Good</a:t>
            </a:r>
          </a:p>
          <a:p>
            <a:r>
              <a:rPr sz="1500">
                <a:solidFill>
                  <a:srgbClr val="5A6E70"/>
                </a:solidFill>
              </a:rPr>
              <a:t>The demo addresses a real-world challenge outside college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We focus on housing equity, not convenience for its own sake.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The AI helps people avoid unaffordable choices before they invest time, money, and emotional energy.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It improves access to grants and assistance that users might otherwise never find.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The outcome is clearer, fairer, and more informed housing decisions for everyday households.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Product Demo Flow</a:t>
            </a:r>
          </a:p>
          <a:p>
            <a:r>
              <a:rPr sz="1500">
                <a:solidFill>
                  <a:srgbClr val="5A6E70"/>
                </a:solidFill>
              </a:rPr>
              <a:t>What judges can see in under two minutes.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1. Log in with the seeded demo account or use offline fallback mode if the backend is unavailable.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2. Review the dashboard for rent range, purchase range, grants, and top listings.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3. Open recommendations and listings to compare budget fit and match scores.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4. Check the mortgage estimate and grant eligibility views for next-step guidance.</a:t>
            </a:r>
          </a:p>
        </p:txBody>
      </p:sp>
      <p:pic>
        <p:nvPicPr>
          <p:cNvPr id="4" name="Picture 3" descr="homepilot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48463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Architecture</a:t>
            </a:r>
          </a:p>
          <a:p>
            <a:r>
              <a:rPr sz="1500">
                <a:solidFill>
                  <a:srgbClr val="5A6E70"/>
                </a:solidFill>
              </a:rPr>
              <a:t>Built as a full-stack MVP with future AI integrations in mind.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Flutter frontend with login, profile setup, dashboard, listings, grants, saved homes, and mortgage views.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Spring Boot backend with JWT auth, REST APIs, repository/service architecture, and seeded datasets.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Modular agent connectors for affordability, grants, recommendations, and mortgage estimation.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Designed to plug into Google Maps, Plaid, Zillow/Realtor data, and Vertex AI or Gemini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737360"/>
            <a:ext cx="2011680" cy="914400"/>
          </a:xfrm>
          <a:prstGeom prst="roundRect">
            <a:avLst/>
          </a:prstGeom>
          <a:solidFill>
            <a:srgbClr val="E59B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Flutter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1737360"/>
            <a:ext cx="2011680" cy="914400"/>
          </a:xfrm>
          <a:prstGeom prst="roundRect">
            <a:avLst/>
          </a:prstGeom>
          <a:solidFill>
            <a:srgbClr val="1260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Spring Boot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3154680"/>
            <a:ext cx="2011680" cy="914400"/>
          </a:xfrm>
          <a:prstGeom prst="roundRect">
            <a:avLst/>
          </a:prstGeom>
          <a:solidFill>
            <a:srgbClr val="1B2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Agent Connectors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3154680"/>
            <a:ext cx="2011680" cy="914400"/>
          </a:xfrm>
          <a:prstGeom prst="roundRect">
            <a:avLst/>
          </a:prstGeom>
          <a:solidFill>
            <a:srgbClr val="5E7C7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Future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Demo Reliability</a:t>
            </a:r>
          </a:p>
          <a:p>
            <a:r>
              <a:rPr sz="1500">
                <a:solidFill>
                  <a:srgbClr val="5A6E70"/>
                </a:solidFill>
              </a:rPr>
              <a:t>We built fallbacks so the presentation still works under pressure.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Seeded demo credentials: demo@homepilot.ai / HomePilot123!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Backend defaults to embedded H2 for local startup, with PostgreSQL still supported for deployment.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Flutter automatically uses platform-aware local API hosts for Android, iOS, macOS, and web.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If the API is temporarily unreachable, the demo account switches to local sample data for a smooth walkthrough.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B2D"/>
                </a:solidFill>
              </a:rPr>
              <a:t>Why This Matters</a:t>
            </a:r>
          </a:p>
          <a:p>
            <a:r>
              <a:rPr sz="1500">
                <a:solidFill>
                  <a:srgbClr val="5A6E70"/>
                </a:solidFill>
              </a:rPr>
              <a:t>HomePilot AI can grow from MVP to real housing-support product.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B2B2D"/>
                </a:solidFill>
              </a:defRPr>
            </a:pPr>
            <a:r>
              <a:t>Immediate use cases: hackathon demo, research tool, civic-tech prototype, or prop-tech portfolio piece.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Next upgrades: live listings, geospatial search, bank data, document parsing, and grant-policy expansion.</a:t>
            </a:r>
          </a:p>
          <a:p>
            <a:pPr>
              <a:defRPr sz="2100">
                <a:solidFill>
                  <a:srgbClr val="1B2B2D"/>
                </a:solidFill>
              </a:defRPr>
            </a:pPr>
            <a:r>
              <a:t>North star: give more people a trustworthy path to stable housing.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605D"/>
                </a:solidFill>
              </a:defRPr>
            </a:pPr>
            <a:r>
              <a:t>HomePilot AI makes housing guidance more accessible, actionable, and equitable.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